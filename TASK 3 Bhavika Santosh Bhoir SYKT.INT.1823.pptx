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1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9148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this as a Digital Marketing internship assignment analyzing Apple's Shot on iPhone campaign, prepared for Sanyukt Organisation.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Shot on iPhone launched in 2015 with the iPhone 6s and turned everyday users into brand storytellers through curated UGC. It has run for over a decade, reaching global scale across billboards and social media.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campaign targets creative, socially active 18-to-40 year olds worldwide. It layers UGC, emotional storytelling, digital distribution, and minimalist branding into one coherent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creative format stays deliberately minimal: one authentic photo, understated typography, and the Apple logo — letting the image itself prove the product's camera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Authenticity and aspiration drive consumer response, while the campaign's decade-long consistency and simple format make it one of the most memorable UGC case studies in marketing.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native in-app submission option would simplify participation. The campaign taught me that authentic customer stories, sustained consistently, can be more powerful than big-budget production — I'd rate it 9 out of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conclusion, Shot on iPhone shows how authentic, customer-driven storytelling can build a decade-long, globally recognised marketing property.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MARKETING</a:t>
            </a:r>
            <a:endParaRPr lang="en-US" sz="4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ADVERTISEMENT ANALYSIS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Brand: Apple Inc.  |  Campaign: "Shot on iPhone"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4114800"/>
            <a:ext cx="128016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3891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Bhavika Santosh Bhoir</a:t>
            </a:r>
          </a:p>
          <a:p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Id- </a:t>
            </a:r>
            <a:r>
              <a:rPr lang="en-US" sz="1500" b="1" dirty="0" err="1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SYKT.INT.1823</a:t>
            </a:r>
            <a:endParaRPr lang="en-IN" sz="1500" b="1" dirty="0">
              <a:solidFill>
                <a:srgbClr val="F2F2F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Organization: </a:t>
            </a: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Sanyukt Organisation
</a:t>
            </a: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</a:t>
            </a: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Divyanshi Katiyar, HR Coordinator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Campaign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in 2015 alongside the iPhone 6s camera upgrade, "Shot on iPhone" replaced studio advertising with real photos from real users — proving the camera in every pocket could shoot like a professional.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User-generated content, judged and curated by Apple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images shown on 10,000+ billboards worldwide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by the global #ShotoniPhone hashtag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Evolved yearly: night mode, macro, portrait themes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234440"/>
            <a:ext cx="5394960" cy="5029200"/>
          </a:xfrm>
          <a:prstGeom prst="roundRect">
            <a:avLst>
              <a:gd name="adj" fmla="val 2182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2200" y="155448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28.9M+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6355080" y="2468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posts tagged #ShotoniPhone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75120" y="3200400"/>
            <a:ext cx="4389120" cy="0"/>
          </a:xfrm>
          <a:prstGeom prst="line">
            <a:avLst/>
          </a:prstGeom>
          <a:noFill/>
          <a:ln w="9525">
            <a:solidFill>
              <a:srgbClr val="8A8F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34290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2015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172200" y="41605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launch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69680" y="34290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 yrs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869680" y="41605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consistently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48463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25+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72200" y="5577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featured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69680" y="48463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Cannes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869680" y="5577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Lions Grand Prix winner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Audience &amp; Marketing Strategies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03520" cy="4937760"/>
          </a:xfrm>
          <a:prstGeom prst="roundRect">
            <a:avLst>
              <a:gd name="adj" fmla="val 2222"/>
            </a:avLst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08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Audience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 </a:t>
            </a: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18–40, millennials &amp; students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770632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Lifestyle:  </a:t>
            </a: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Creative, social-media active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39242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Interests:  </a:t>
            </a: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Photography, travel, design, tech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01421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Reach:  </a:t>
            </a: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— strong in US, EU, Asia, India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63600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Income:  </a:t>
            </a: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to upper-middle class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2578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Persona:  </a:t>
            </a: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Aspiring Creator"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72200" y="12801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Strategies Used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172200" y="196596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User-Generated Content (UGC)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72200" y="2624328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&amp; Visual Storytelling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72200" y="3282696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&amp; Social Media Marketing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3941064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Marketing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72200" y="4599432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Minimalist Brand Positioning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52578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Word-of-Mouth Marketing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Advertisement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4480560"/>
          </a:xfrm>
          <a:prstGeom prst="roundRect">
            <a:avLst>
              <a:gd name="adj" fmla="val 3509"/>
            </a:avLst>
          </a:prstGeom>
          <a:solidFill>
            <a:srgbClr val="2B363F"/>
          </a:solidFill>
          <a:ln w="12700">
            <a:solidFill>
              <a:srgbClr val="2B36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Photography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22402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unedited moments — no studio staging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37560" y="1371600"/>
            <a:ext cx="2606040" cy="4480560"/>
          </a:xfrm>
          <a:prstGeom prst="roundRect">
            <a:avLst>
              <a:gd name="adj" fmla="val 3509"/>
            </a:avLst>
          </a:prstGeom>
          <a:solidFill>
            <a:srgbClr val="2B363F"/>
          </a:solidFill>
          <a:ln w="12700">
            <a:solidFill>
              <a:srgbClr val="2B36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16002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Colour &amp; Typography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20440" y="2468880"/>
            <a:ext cx="22402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colour; clean minimal caption text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606040" cy="4480560"/>
          </a:xfrm>
          <a:prstGeom prst="roundRect">
            <a:avLst>
              <a:gd name="adj" fmla="val 3509"/>
            </a:avLst>
          </a:prstGeom>
          <a:solidFill>
            <a:srgbClr val="2B363F"/>
          </a:solidFill>
          <a:ln w="12700">
            <a:solidFill>
              <a:srgbClr val="2B36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6002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2468880"/>
            <a:ext cx="22402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image + "Shot on iPhone [model]" + logo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915400" y="1371600"/>
            <a:ext cx="2606040" cy="4480560"/>
          </a:xfrm>
          <a:prstGeom prst="roundRect">
            <a:avLst>
              <a:gd name="adj" fmla="val 3509"/>
            </a:avLst>
          </a:prstGeom>
          <a:solidFill>
            <a:srgbClr val="2B363F"/>
          </a:solidFill>
          <a:ln w="12700">
            <a:solidFill>
              <a:srgbClr val="2B36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98280" y="16002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Quality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098280" y="2468880"/>
            <a:ext cx="22402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High, curated from millions of submissions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Psychology &amp; Why It's Memorable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Psychology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appeal through relatable, real moments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587752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Authenticity builds trust and social proof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3209544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Aspirational: chance to be featured globally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3831336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Strengthens brand recall and purchase intent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280160"/>
            <a:ext cx="5394960" cy="4937760"/>
          </a:xfrm>
          <a:prstGeom prst="roundRect">
            <a:avLst>
              <a:gd name="adj" fmla="val 2222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508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Memorable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46520" y="21031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first tech brands to build a global campaign entirely on customer content instead of studio advertising.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46520" y="33832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simple, repeatable format has let it run for over a decade, refreshed with each new camera feature.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46520" y="46634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authenticity and consistency can outperform bigger production budgets.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Improvement, Personal Learning &amp; Rating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429000" cy="4480560"/>
          </a:xfrm>
          <a:prstGeom prst="roundRect">
            <a:avLst>
              <a:gd name="adj" fmla="val 2667"/>
            </a:avLst>
          </a:prstGeom>
          <a:solidFill>
            <a:srgbClr val="2B363F"/>
          </a:solidFill>
          <a:ln w="12700">
            <a:solidFill>
              <a:srgbClr val="2B36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002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Improvement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2971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native "Submit to Shot on iPhone" option in the Camera/Photos app for easier, more inclusive participation.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60520" y="1371600"/>
            <a:ext cx="3429000" cy="4480560"/>
          </a:xfrm>
          <a:prstGeom prst="roundRect">
            <a:avLst>
              <a:gd name="adj" fmla="val 2667"/>
            </a:avLst>
          </a:prstGeom>
          <a:solidFill>
            <a:srgbClr val="2B363F"/>
          </a:solidFill>
          <a:ln w="12700">
            <a:solidFill>
              <a:srgbClr val="2B36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16002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Learning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89120" y="2377440"/>
            <a:ext cx="2971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customers can be a brand's best storytellers. Consistency builds a long-term brand asset more powerfully than big budgets.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0" y="1371600"/>
            <a:ext cx="3840480" cy="4480560"/>
          </a:xfrm>
          <a:prstGeom prst="roundRect">
            <a:avLst>
              <a:gd name="adj" fmla="val 2381"/>
            </a:avLst>
          </a:prstGeom>
          <a:solidFill>
            <a:srgbClr val="2B363F"/>
          </a:solidFill>
          <a:ln w="12700">
            <a:solidFill>
              <a:srgbClr val="2B36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0" y="16002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01000" y="21945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9/10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8001000" y="347472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 longevity and authenticity; a point held back for photographer compensation concerns raised over the years.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"Shot on iPhone" proves that a brand's own customers, empowered with the right platform, can become its most credible and enduring storytellers.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846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A8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675</Words>
  <Application>Microsoft Office PowerPoint</Application>
  <PresentationFormat>Widescreen</PresentationFormat>
  <Paragraphs>81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SAMYAK JADHAV</cp:lastModifiedBy>
  <cp:revision>2</cp:revision>
  <dcterms:created xsi:type="dcterms:W3CDTF">2026-07-26T16:48:38Z</dcterms:created>
  <dcterms:modified xsi:type="dcterms:W3CDTF">2026-08-09T07:46:18Z</dcterms:modified>
</cp:coreProperties>
</file>